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0307F-4201-B8B6-37C5-2D926A55A0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2E3E5F-A66D-667F-5FDF-32C988C0D4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E25E6-22DC-00A1-BBD0-2448FE12E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53943-5576-48D5-969B-CB1636AD6F14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D721C-1A38-6979-ED3B-852234B16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2E1E5-2C2B-FE7A-5EA9-4CA84D0F9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9B6F-C08E-4D1D-816C-C01B8C05E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936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C0966-8DFE-7D20-DEB2-612E0196D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222D5-7D32-C454-0C4A-CF622F017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9ACA8-87BC-A64C-E233-DCD1656F3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53943-5576-48D5-969B-CB1636AD6F14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F35F3-3E01-66DD-A3E3-DF89C55AB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BCE9C-1E39-4B21-D54E-7C4731643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9B6F-C08E-4D1D-816C-C01B8C05E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923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8A185-3443-B39C-DABB-FFAC10155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4C543-E281-90CA-4F15-3E07733DA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999EB-7E4B-DE4F-201C-477681DED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53943-5576-48D5-969B-CB1636AD6F14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08D10-5E70-07DF-49EB-E58F805F3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960BD-5042-D2F6-39FE-1B462B17D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9B6F-C08E-4D1D-816C-C01B8C05E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45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0CCA9-6234-3661-9E4E-319F48663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63172-6CDC-C86E-172F-021D957A12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8926C-847A-221D-3EEB-22C70163EF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6D3CAD-F170-5160-1726-33812F4A9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53943-5576-48D5-969B-CB1636AD6F14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265C1-886F-1AFD-B8F4-2829FCEBB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DF6E9-3D25-E107-2984-85D6B1CA6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9B6F-C08E-4D1D-816C-C01B8C05E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840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6EA93-FE41-3F45-C8DD-10CEE37DB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A50E9-ACFD-3873-28C1-0B578548D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C30C4E-A934-BB7C-C31A-BB72EF0825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568BCC-78AE-DA58-D382-5431A4F394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521864-DD5F-B815-1A28-2F0B05D1C1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F0B89D-BD9F-F01D-6D8F-DE64603D3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53943-5576-48D5-969B-CB1636AD6F14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280323-5322-2224-61B1-AD76428EC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E325D4-2075-A083-1C41-CEB8D8706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9B6F-C08E-4D1D-816C-C01B8C05E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510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C3A3A-526B-837D-2A6D-13549A8E7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A0561B-264A-44FC-40E2-C03909507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53943-5576-48D5-969B-CB1636AD6F14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0F7C2D-377B-4032-A9BA-A97349524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AE079F-7EF4-F4BF-22E5-59AE01AFE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9B6F-C08E-4D1D-816C-C01B8C05E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037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75E486-6A2D-A7D8-E481-C38E9A3C2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53943-5576-48D5-969B-CB1636AD6F14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F1671D-83C2-38D1-8F03-25528AE02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55735-E0DF-FC10-A42D-09036C807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9B6F-C08E-4D1D-816C-C01B8C05E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352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3DA36-EB03-4245-EE90-44AC53B29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C32AF-7609-C066-DF42-E083DE5C9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8AD964-14F8-DDDB-F536-517EC1912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093BA-D067-5538-BA5D-469AF769D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53943-5576-48D5-969B-CB1636AD6F14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199988-3A90-99F8-DAE2-F3CC2A94E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C8D30-FAFB-911C-4F74-F1BD32E63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9B6F-C08E-4D1D-816C-C01B8C05E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235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8E3A6-19EA-CBC8-FE2B-7BAC6FB87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A69AD8-CD15-9237-F30B-CA46450BF3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3A3373-6CC8-ACA9-0BFF-C3EE354D7A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154860-E617-A46F-0A72-50115EC49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53943-5576-48D5-969B-CB1636AD6F14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243B6-65CC-D292-05F0-FBA1F7E33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629DD-3FD6-1B96-73C7-0ED57E963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9B6F-C08E-4D1D-816C-C01B8C05E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850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230F6-89A9-AE3D-D2D0-20EED5247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9EA64A-725E-ECF0-702C-4E1C00924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89F53-F38A-F994-091C-54717C598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53943-5576-48D5-969B-CB1636AD6F14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BD732-A5CE-4994-2424-153181422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25059-609C-AE0C-6EDF-AF559E7CF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9B6F-C08E-4D1D-816C-C01B8C05E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4862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5F4C08-8236-B932-5E79-156D8FDFA7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EE8C12-BED8-89E0-05A0-C9792C9D36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92732-ED6E-AF9C-281F-1DE0AE9AB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53943-5576-48D5-969B-CB1636AD6F14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D1F4A-F932-F5F0-CA0B-BA28A42B5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0FE7C-C11E-82BC-1728-2DC8F2EA3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9B6F-C08E-4D1D-816C-C01B8C05E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125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45151D-8EE0-7DA9-9E95-2C147CC1B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D225C7-08C9-D42F-1236-07BBF23AD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C485A-5357-30F2-6A06-AE9EB4E00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053943-5576-48D5-969B-CB1636AD6F14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65481-B782-E698-9106-26EC6DAD77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61719-94D7-FC42-8522-E9DF90488F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629B6F-C08E-4D1D-816C-C01B8C05EE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213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9E72F-90D3-7282-7999-F84055849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18288"/>
            <a:ext cx="11109960" cy="1408176"/>
          </a:xfrm>
        </p:spPr>
        <p:txBody>
          <a:bodyPr>
            <a:noAutofit/>
          </a:bodyPr>
          <a:lstStyle/>
          <a:p>
            <a:r>
              <a:rPr lang="en-IN" sz="4400" dirty="0"/>
              <a:t>Ride Sharing Platform </a:t>
            </a:r>
            <a:r>
              <a:rPr lang="en-US" sz="4400" dirty="0"/>
              <a:t>using Data Structures (C Programming)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694A88-410E-FDEA-B6E4-5C58B61F9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2416" y="1534858"/>
            <a:ext cx="10122408" cy="4006406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Presented By:</a:t>
            </a:r>
            <a:br>
              <a:rPr lang="en-IN" b="1" dirty="0"/>
            </a:br>
            <a:r>
              <a:rPr lang="en-IN" b="1" dirty="0"/>
              <a:t>                            1.  </a:t>
            </a:r>
            <a:r>
              <a:rPr lang="en-IN" i="1" dirty="0"/>
              <a:t>Shaik Mynuddin</a:t>
            </a:r>
            <a:br>
              <a:rPr lang="en-IN" i="1" dirty="0"/>
            </a:br>
            <a:r>
              <a:rPr lang="en-IN" i="1" dirty="0"/>
              <a:t>                                                     </a:t>
            </a:r>
            <a:r>
              <a:rPr lang="en-IN" b="1" i="1" dirty="0"/>
              <a:t>2. </a:t>
            </a:r>
            <a:r>
              <a:rPr lang="en-IN" i="1" dirty="0" err="1"/>
              <a:t>Thrli</a:t>
            </a:r>
            <a:r>
              <a:rPr lang="en-IN" i="1" dirty="0"/>
              <a:t> Santhosh Syam Prasad </a:t>
            </a:r>
            <a:br>
              <a:rPr lang="en-IN" i="1" dirty="0"/>
            </a:br>
            <a:br>
              <a:rPr lang="en-IN" i="1" dirty="0"/>
            </a:br>
            <a:r>
              <a:rPr lang="en-IN" i="1" dirty="0"/>
              <a:t>                                           </a:t>
            </a:r>
            <a:r>
              <a:rPr lang="en-US" b="1" dirty="0"/>
              <a:t>Course: </a:t>
            </a:r>
            <a:r>
              <a:rPr lang="en-US" dirty="0" err="1"/>
              <a:t>B.Tech</a:t>
            </a:r>
            <a:r>
              <a:rPr lang="en-US" dirty="0"/>
              <a:t> in Computing and                                          Data science</a:t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                        </a:t>
            </a:r>
            <a:r>
              <a:rPr lang="en-US" b="1" dirty="0"/>
              <a:t>Institution: </a:t>
            </a:r>
            <a:r>
              <a:rPr lang="en-US" dirty="0"/>
              <a:t>Sai University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                                                             </a:t>
            </a:r>
            <a:r>
              <a:rPr lang="en-US" b="1" dirty="0"/>
              <a:t>Technologies Used: </a:t>
            </a:r>
            <a:r>
              <a:rPr lang="en-US" dirty="0"/>
              <a:t>C Programming, Data                           Structures </a:t>
            </a:r>
            <a:br>
              <a:rPr lang="en-IN" i="1" dirty="0"/>
            </a:br>
            <a:endParaRPr lang="en-IN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281385-727C-9974-BFB8-F81D65804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36" y="1534858"/>
            <a:ext cx="4481160" cy="321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87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BC455-A291-F2F7-8886-5ED082363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928" y="291973"/>
            <a:ext cx="10515600" cy="1325564"/>
          </a:xfrm>
        </p:spPr>
        <p:txBody>
          <a:bodyPr/>
          <a:lstStyle/>
          <a:p>
            <a:r>
              <a:rPr lang="en-IN" i="1" u="sng" dirty="0"/>
              <a:t>Problem Statement :</a:t>
            </a:r>
            <a:br>
              <a:rPr lang="en-IN" i="1" u="sng" dirty="0"/>
            </a:br>
            <a:endParaRPr lang="en-IN" i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B01FD-A87C-F944-3281-1CD95B29B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928" y="1096328"/>
            <a:ext cx="11094720" cy="4728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000" dirty="0"/>
              <a:t> </a:t>
            </a:r>
            <a:r>
              <a:rPr lang="en-US" sz="3000" dirty="0"/>
              <a:t>In real-world transportation systems, matching drivers with passengers efficiently is a major challenge.</a:t>
            </a:r>
            <a:br>
              <a:rPr lang="en-US" sz="3000" dirty="0"/>
            </a:br>
            <a:br>
              <a:rPr lang="en-IN" dirty="0"/>
            </a:br>
            <a:r>
              <a:rPr lang="en-IN" dirty="0"/>
              <a:t> </a:t>
            </a:r>
            <a:r>
              <a:rPr lang="en-IN" b="1" i="1" dirty="0"/>
              <a:t>The system should</a:t>
            </a:r>
            <a:r>
              <a:rPr lang="en-IN" dirty="0"/>
              <a:t>:</a:t>
            </a:r>
            <a:endParaRPr lang="en-US" dirty="0"/>
          </a:p>
          <a:p>
            <a:r>
              <a:rPr lang="en-US" dirty="0"/>
              <a:t>Store driver and passenger details </a:t>
            </a:r>
          </a:p>
          <a:p>
            <a:r>
              <a:rPr lang="en-US" dirty="0"/>
              <a:t>Calculate distances between them </a:t>
            </a:r>
          </a:p>
          <a:p>
            <a:r>
              <a:rPr lang="en-US" dirty="0"/>
              <a:t>Assign the nearest available driver to each passenger </a:t>
            </a:r>
          </a:p>
          <a:p>
            <a:r>
              <a:rPr lang="en-US" dirty="0"/>
              <a:t>The goal is to minimize travel distance and improve matching efficiency.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67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D6805-53C9-7466-32A5-8DF76B3A4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381"/>
            <a:ext cx="6038088" cy="851027"/>
          </a:xfrm>
        </p:spPr>
        <p:txBody>
          <a:bodyPr/>
          <a:lstStyle/>
          <a:p>
            <a:r>
              <a:rPr lang="en-IN" i="1" u="sng" dirty="0"/>
              <a:t>Real-world Application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500DD-C65C-8F1C-890B-F025FFEE2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1288"/>
            <a:ext cx="10515600" cy="5015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project is inspired by real applications like:</a:t>
            </a:r>
          </a:p>
          <a:p>
            <a:r>
              <a:rPr lang="en-US" dirty="0"/>
              <a:t>Uber </a:t>
            </a:r>
          </a:p>
          <a:p>
            <a:r>
              <a:rPr lang="en-US" dirty="0"/>
              <a:t>Ola </a:t>
            </a:r>
          </a:p>
          <a:p>
            <a:r>
              <a:rPr lang="en-US" dirty="0"/>
              <a:t>Rapido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Applications:</a:t>
            </a:r>
          </a:p>
          <a:p>
            <a:r>
              <a:rPr lang="en-US" sz="2600" dirty="0"/>
              <a:t>Cab booking systems </a:t>
            </a:r>
          </a:p>
          <a:p>
            <a:r>
              <a:rPr lang="en-US" sz="2600" dirty="0"/>
              <a:t>Food delivery services </a:t>
            </a:r>
          </a:p>
          <a:p>
            <a:r>
              <a:rPr lang="en-US" sz="2600" dirty="0"/>
              <a:t>Logistics and transport systems </a:t>
            </a:r>
          </a:p>
          <a:p>
            <a:r>
              <a:rPr lang="en-US" sz="2600" dirty="0"/>
              <a:t>Emergency vehicle allocation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998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60DDD-4101-863F-4EDC-4092A3CE7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1" u="sng" dirty="0"/>
              <a:t>Data Structure Used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7EFFF-A03D-B3DE-5525-A7D0BBA79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320"/>
            <a:ext cx="7738872" cy="5075555"/>
          </a:xfrm>
        </p:spPr>
        <p:txBody>
          <a:bodyPr>
            <a:normAutofit fontScale="92500"/>
          </a:bodyPr>
          <a:lstStyle/>
          <a:p>
            <a:r>
              <a:rPr lang="en-IN" dirty="0"/>
              <a:t>The project uses the following data structures:</a:t>
            </a:r>
          </a:p>
          <a:p>
            <a:r>
              <a:rPr lang="en-IN" b="1" dirty="0"/>
              <a:t>Arrays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To store drivers and passengers </a:t>
            </a:r>
          </a:p>
          <a:p>
            <a:pPr lvl="1"/>
            <a:r>
              <a:rPr lang="en-IN" dirty="0"/>
              <a:t>Eg: drivers[MAX], passengers[MAX] </a:t>
            </a:r>
          </a:p>
          <a:p>
            <a:r>
              <a:rPr lang="en-IN" b="1" dirty="0"/>
              <a:t>Structures (struct)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Driver → stores id, name, availability </a:t>
            </a:r>
          </a:p>
          <a:p>
            <a:pPr lvl="1"/>
            <a:r>
              <a:rPr lang="en-IN" dirty="0"/>
              <a:t>Passenger → stores id, name </a:t>
            </a:r>
          </a:p>
          <a:p>
            <a:r>
              <a:rPr lang="en-IN" b="1" dirty="0"/>
              <a:t>Graph (Adjacency Matrix)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2D array graph[MAX][MAX] </a:t>
            </a:r>
          </a:p>
          <a:p>
            <a:pPr lvl="1"/>
            <a:r>
              <a:rPr lang="en-IN" dirty="0"/>
              <a:t>Represents distance between drivers and passengers </a:t>
            </a:r>
          </a:p>
          <a:p>
            <a:r>
              <a:rPr lang="en-IN" b="1" dirty="0"/>
              <a:t>Greedy Approach Support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Used for optimal matching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1997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26087-15A7-FED1-E5AC-D95DB1EC1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728"/>
            <a:ext cx="10515600" cy="768096"/>
          </a:xfrm>
        </p:spPr>
        <p:txBody>
          <a:bodyPr/>
          <a:lstStyle/>
          <a:p>
            <a:r>
              <a:rPr lang="en-IN" i="1" u="sng" dirty="0"/>
              <a:t>System Design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16626-D2CE-1B5B-E578-B28A59F59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2208" y="877824"/>
            <a:ext cx="8122920" cy="5678424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The system consists of the following modules:</a:t>
            </a:r>
          </a:p>
          <a:p>
            <a:r>
              <a:rPr lang="en-IN" b="1" dirty="0"/>
              <a:t>Driver Management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Add, delete, display drivers </a:t>
            </a:r>
          </a:p>
          <a:p>
            <a:r>
              <a:rPr lang="en-IN" b="1" dirty="0"/>
              <a:t>Passenger Management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Add, delete, display passengers </a:t>
            </a:r>
          </a:p>
          <a:p>
            <a:r>
              <a:rPr lang="en-IN" b="1" dirty="0"/>
              <a:t>Distance Mapping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Graph stores distances </a:t>
            </a:r>
          </a:p>
          <a:p>
            <a:r>
              <a:rPr lang="en-IN" b="1" dirty="0"/>
              <a:t>Matching Engine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Finds best driver-passenger pairs </a:t>
            </a:r>
          </a:p>
          <a:p>
            <a:r>
              <a:rPr lang="en-IN" b="1" dirty="0"/>
              <a:t>Menu-driven Interface</a:t>
            </a:r>
            <a:r>
              <a:rPr lang="en-IN" dirty="0"/>
              <a:t> </a:t>
            </a:r>
          </a:p>
          <a:p>
            <a:pPr lvl="1"/>
            <a:r>
              <a:rPr lang="en-IN" dirty="0"/>
              <a:t>User interacts through console </a:t>
            </a:r>
          </a:p>
          <a:p>
            <a:r>
              <a:rPr lang="en-IN" dirty="0"/>
              <a:t>Flow:</a:t>
            </a:r>
          </a:p>
          <a:p>
            <a:r>
              <a:rPr lang="en-IN" dirty="0"/>
              <a:t>Add drivers &amp; passengers </a:t>
            </a:r>
          </a:p>
          <a:p>
            <a:r>
              <a:rPr lang="en-IN" dirty="0"/>
              <a:t>Define distances (edges) </a:t>
            </a:r>
          </a:p>
          <a:p>
            <a:r>
              <a:rPr lang="en-IN" dirty="0"/>
              <a:t>Run matching algorithm </a:t>
            </a:r>
          </a:p>
          <a:p>
            <a:r>
              <a:rPr lang="en-IN" dirty="0"/>
              <a:t>Display results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037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1CEF4-3F89-3568-1D04-7BB6EF3E5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805"/>
            <a:ext cx="10515600" cy="960755"/>
          </a:xfrm>
        </p:spPr>
        <p:txBody>
          <a:bodyPr/>
          <a:lstStyle/>
          <a:p>
            <a:r>
              <a:rPr lang="en-IN" i="1" u="sng" dirty="0"/>
              <a:t>Algorithm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A237E-5FBC-ECC6-626C-8EE49E913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3544"/>
            <a:ext cx="10515600" cy="556933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project uses a </a:t>
            </a:r>
            <a:r>
              <a:rPr lang="en-US" b="1" dirty="0"/>
              <a:t>Greedy Algorithm</a:t>
            </a:r>
            <a:r>
              <a:rPr lang="en-US" dirty="0"/>
              <a:t> for matching:</a:t>
            </a:r>
          </a:p>
          <a:p>
            <a:r>
              <a:rPr lang="en-US" b="1" dirty="0"/>
              <a:t>Steps:</a:t>
            </a:r>
          </a:p>
          <a:p>
            <a:pPr marL="0" indent="0">
              <a:buNone/>
            </a:pPr>
            <a:r>
              <a:rPr lang="en-US" b="1" dirty="0"/>
              <a:t>   1. </a:t>
            </a:r>
            <a:r>
              <a:rPr lang="en-US" dirty="0"/>
              <a:t>For each available driver: </a:t>
            </a:r>
          </a:p>
          <a:p>
            <a:pPr lvl="1"/>
            <a:r>
              <a:rPr lang="en-US" dirty="0"/>
              <a:t>Find the nearest passenger (minimum distance) </a:t>
            </a:r>
          </a:p>
          <a:p>
            <a:pPr marL="0" indent="0">
              <a:buNone/>
            </a:pPr>
            <a:r>
              <a:rPr lang="en-US" b="1" dirty="0"/>
              <a:t>   2. </a:t>
            </a:r>
            <a:r>
              <a:rPr lang="en-US" dirty="0"/>
              <a:t>Assign that passenger to the driver </a:t>
            </a:r>
          </a:p>
          <a:p>
            <a:pPr marL="0" indent="0">
              <a:buNone/>
            </a:pPr>
            <a:r>
              <a:rPr lang="en-US" b="1" dirty="0"/>
              <a:t>   3. </a:t>
            </a:r>
            <a:r>
              <a:rPr lang="en-US" dirty="0"/>
              <a:t>Mark: </a:t>
            </a:r>
          </a:p>
          <a:p>
            <a:pPr lvl="1"/>
            <a:r>
              <a:rPr lang="en-US" dirty="0"/>
              <a:t>Driver → Busy </a:t>
            </a:r>
          </a:p>
          <a:p>
            <a:pPr lvl="1"/>
            <a:r>
              <a:rPr lang="en-US" dirty="0"/>
              <a:t>Passenger → Assigned 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b="1" dirty="0"/>
              <a:t>4. </a:t>
            </a:r>
            <a:r>
              <a:rPr lang="en-US" dirty="0"/>
              <a:t>Repeat until all drivers are processed 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 Key Idea:</a:t>
            </a:r>
          </a:p>
          <a:p>
            <a:r>
              <a:rPr lang="en-US" dirty="0"/>
              <a:t>Always choose the </a:t>
            </a:r>
            <a:r>
              <a:rPr lang="en-US" b="1" u="sng" dirty="0"/>
              <a:t>minimum distance </a:t>
            </a:r>
            <a:r>
              <a:rPr lang="en-US" dirty="0"/>
              <a:t>at each step 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Time Complexity:</a:t>
            </a:r>
          </a:p>
          <a:p>
            <a:r>
              <a:rPr lang="en-US" dirty="0"/>
              <a:t>O(n × m) </a:t>
            </a:r>
          </a:p>
          <a:p>
            <a:pPr lvl="1"/>
            <a:r>
              <a:rPr lang="en-US" dirty="0"/>
              <a:t>n = drivers </a:t>
            </a:r>
          </a:p>
          <a:p>
            <a:pPr lvl="1"/>
            <a:r>
              <a:rPr lang="en-US" dirty="0"/>
              <a:t>m = passengers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7769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96107-BEB4-BC09-B75D-0CF20C46D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949"/>
            <a:ext cx="10515600" cy="814451"/>
          </a:xfrm>
        </p:spPr>
        <p:txBody>
          <a:bodyPr/>
          <a:lstStyle/>
          <a:p>
            <a:r>
              <a:rPr lang="en-IN" i="1" u="sng" dirty="0"/>
              <a:t>Implementation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E39F2-51F9-E2AA-9BDE-F1CE9E653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6384"/>
            <a:ext cx="10515600" cy="5833872"/>
          </a:xfrm>
        </p:spPr>
        <p:txBody>
          <a:bodyPr>
            <a:normAutofit fontScale="77500" lnSpcReduction="20000"/>
          </a:bodyPr>
          <a:lstStyle/>
          <a:p>
            <a:r>
              <a:rPr lang="en-IN" dirty="0"/>
              <a:t>The project is implemented in </a:t>
            </a:r>
            <a:r>
              <a:rPr lang="en-IN" b="1" dirty="0"/>
              <a:t>C programming</a:t>
            </a:r>
            <a:r>
              <a:rPr lang="en-IN" dirty="0"/>
              <a:t> with: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Main Functions:</a:t>
            </a:r>
          </a:p>
          <a:p>
            <a:r>
              <a:rPr lang="en-IN" dirty="0" err="1"/>
              <a:t>addDriver</a:t>
            </a:r>
            <a:r>
              <a:rPr lang="en-IN" dirty="0"/>
              <a:t>()   →  Adds driver details </a:t>
            </a:r>
          </a:p>
          <a:p>
            <a:r>
              <a:rPr lang="en-IN" dirty="0" err="1"/>
              <a:t>addPassenger</a:t>
            </a:r>
            <a:r>
              <a:rPr lang="en-IN" dirty="0"/>
              <a:t>()   →  Adds passenger details </a:t>
            </a:r>
          </a:p>
          <a:p>
            <a:r>
              <a:rPr lang="en-IN" dirty="0" err="1"/>
              <a:t>addEdge</a:t>
            </a:r>
            <a:r>
              <a:rPr lang="en-IN" dirty="0"/>
              <a:t>()  →   Stores distance in graph </a:t>
            </a:r>
          </a:p>
          <a:p>
            <a:r>
              <a:rPr lang="en-IN" dirty="0" err="1"/>
              <a:t>displayDrivers</a:t>
            </a:r>
            <a:r>
              <a:rPr lang="en-IN" dirty="0"/>
              <a:t>()  →  Shows drivers </a:t>
            </a:r>
          </a:p>
          <a:p>
            <a:r>
              <a:rPr lang="en-IN" dirty="0" err="1"/>
              <a:t>displayPassengers</a:t>
            </a:r>
            <a:r>
              <a:rPr lang="en-IN" dirty="0"/>
              <a:t>()  →  Shows passengers </a:t>
            </a:r>
          </a:p>
          <a:p>
            <a:r>
              <a:rPr lang="en-IN" dirty="0" err="1"/>
              <a:t>displayGraph</a:t>
            </a:r>
            <a:r>
              <a:rPr lang="en-IN" dirty="0"/>
              <a:t>()  →  Shows distance matrix </a:t>
            </a:r>
          </a:p>
          <a:p>
            <a:r>
              <a:rPr lang="en-IN" dirty="0" err="1"/>
              <a:t>findBestMatches</a:t>
            </a:r>
            <a:r>
              <a:rPr lang="en-IN" dirty="0"/>
              <a:t>()  →  Core matching logic </a:t>
            </a:r>
          </a:p>
          <a:p>
            <a:r>
              <a:rPr lang="en-IN" dirty="0" err="1"/>
              <a:t>deleteDriver</a:t>
            </a:r>
            <a:r>
              <a:rPr lang="en-IN" dirty="0"/>
              <a:t>() / </a:t>
            </a:r>
            <a:r>
              <a:rPr lang="en-IN" dirty="0" err="1"/>
              <a:t>deletePassenger</a:t>
            </a:r>
            <a:r>
              <a:rPr lang="en-IN" dirty="0"/>
              <a:t>()  →  Remove entries 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Special Features:</a:t>
            </a:r>
          </a:p>
          <a:p>
            <a:r>
              <a:rPr lang="en-IN" dirty="0"/>
              <a:t>Uses adjacency matrix for graph </a:t>
            </a:r>
          </a:p>
          <a:p>
            <a:r>
              <a:rPr lang="en-IN" dirty="0"/>
              <a:t>Menu-driven program </a:t>
            </a:r>
          </a:p>
          <a:p>
            <a:r>
              <a:rPr lang="en-IN" dirty="0"/>
              <a:t>Dynamic updates (add/delete)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0639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BBC26-54F5-2BB0-EDF1-729F41D04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640" y="91440"/>
            <a:ext cx="3934968" cy="1105472"/>
          </a:xfrm>
        </p:spPr>
        <p:txBody>
          <a:bodyPr/>
          <a:lstStyle/>
          <a:p>
            <a:r>
              <a:rPr lang="en-IN" i="1" u="sng" dirty="0"/>
              <a:t>Demo Output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E88EDF-B97A-A244-FD25-FF7151DAA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78992"/>
            <a:ext cx="7680960" cy="5330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23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60490-4F4E-7CF2-00CD-7DD2F750973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IN" i="1" u="sng" dirty="0"/>
              <a:t>Conclusion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00BAB-DE68-F279-7E46-F567699DCC9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427163"/>
            <a:ext cx="7748588" cy="38036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Use of </a:t>
            </a:r>
            <a:r>
              <a:rPr lang="en-US" b="1" dirty="0"/>
              <a:t>data structures (arrays, structs, graphs)</a:t>
            </a:r>
            <a:r>
              <a:rPr lang="en-US" dirty="0"/>
              <a:t> </a:t>
            </a:r>
          </a:p>
          <a:p>
            <a:r>
              <a:rPr lang="en-US" dirty="0"/>
              <a:t>Application of </a:t>
            </a:r>
            <a:r>
              <a:rPr lang="en-US" b="1" dirty="0"/>
              <a:t>greedy algorithms</a:t>
            </a:r>
            <a:r>
              <a:rPr lang="en-US" dirty="0"/>
              <a:t> </a:t>
            </a:r>
          </a:p>
          <a:p>
            <a:r>
              <a:rPr lang="en-US" dirty="0"/>
              <a:t>Real-world simulation of ride-sharing systems 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It provides:</a:t>
            </a:r>
          </a:p>
          <a:p>
            <a:r>
              <a:rPr lang="en-US" dirty="0"/>
              <a:t>Efficient matching </a:t>
            </a:r>
          </a:p>
          <a:p>
            <a:r>
              <a:rPr lang="en-US" dirty="0"/>
              <a:t>Easy data management </a:t>
            </a:r>
          </a:p>
          <a:p>
            <a:r>
              <a:rPr lang="en-US" dirty="0"/>
              <a:t>Scalable design for future improvements </a:t>
            </a:r>
          </a:p>
          <a:p>
            <a:endParaRPr lang="en-IN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EE2C598C-1B6A-428F-5950-2905E94533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0469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7AE1C41E-660A-A55D-F48A-C3A82B1A0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184" y="621792"/>
            <a:ext cx="9061704" cy="4864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1345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5515</TotalTime>
  <Words>487</Words>
  <Application>Microsoft Office PowerPoint</Application>
  <PresentationFormat>Widescreen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Ride Sharing Platform using Data Structures (C Programming)</vt:lpstr>
      <vt:lpstr>Problem Statement : </vt:lpstr>
      <vt:lpstr>Real-world Application :</vt:lpstr>
      <vt:lpstr>Data Structure Used :</vt:lpstr>
      <vt:lpstr>System Design :</vt:lpstr>
      <vt:lpstr>Algorithm :</vt:lpstr>
      <vt:lpstr>Implementation :</vt:lpstr>
      <vt:lpstr>Demo Output :</vt:lpstr>
      <vt:lpstr>Conclusion 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Mynuddin Shaik</dc:creator>
  <cp:lastModifiedBy>Mynuddin Shaik</cp:lastModifiedBy>
  <cp:revision>1</cp:revision>
  <dcterms:created xsi:type="dcterms:W3CDTF">2026-04-17T10:09:25Z</dcterms:created>
  <dcterms:modified xsi:type="dcterms:W3CDTF">2026-04-21T06:04:39Z</dcterms:modified>
</cp:coreProperties>
</file>